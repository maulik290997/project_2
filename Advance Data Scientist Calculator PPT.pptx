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62" r:id="rId3"/>
    <p:sldId id="263" r:id="rId4"/>
    <p:sldId id="264" r:id="rId5"/>
    <p:sldId id="258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6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9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05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2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0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12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8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1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9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9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9509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77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4140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7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07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3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8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-up of a calculator keypad">
            <a:extLst>
              <a:ext uri="{FF2B5EF4-FFF2-40B4-BE49-F238E27FC236}">
                <a16:creationId xmlns:a16="http://schemas.microsoft.com/office/drawing/2014/main" id="{59674C87-332C-36F9-B952-5A59DDE17E2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25532" r="27932" b="9090"/>
          <a:stretch>
            <a:fillRect/>
          </a:stretch>
        </p:blipFill>
        <p:spPr>
          <a:xfrm>
            <a:off x="3842657" y="-1"/>
            <a:ext cx="529896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649" y="1678666"/>
            <a:ext cx="3842636" cy="2369093"/>
          </a:xfrm>
        </p:spPr>
        <p:txBody>
          <a:bodyPr>
            <a:normAutofit/>
          </a:bodyPr>
          <a:lstStyle/>
          <a:p>
            <a:r>
              <a:rPr lang="en-IN" sz="4200" dirty="0"/>
              <a:t>Advanced</a:t>
            </a:r>
            <a:br>
              <a:rPr lang="en-IN" sz="4200" dirty="0"/>
            </a:br>
            <a:r>
              <a:rPr lang="en-IN" sz="4200" dirty="0"/>
              <a:t>Data Scientist Calculator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001" y="4050831"/>
            <a:ext cx="3834913" cy="1096901"/>
          </a:xfrm>
        </p:spPr>
        <p:txBody>
          <a:bodyPr>
            <a:normAutofit/>
          </a:bodyPr>
          <a:lstStyle/>
          <a:p>
            <a:r>
              <a:rPr lang="en-US" sz="2000" dirty="0"/>
              <a:t>Developed by Maulik Thakkar</a:t>
            </a:r>
          </a:p>
          <a:p>
            <a:r>
              <a:rPr lang="en-US" sz="2000" dirty="0"/>
              <a:t>Intern at Next hikes IT 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D63253B-E43F-37DE-3482-B3357EF0C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13" y="1246189"/>
            <a:ext cx="6447501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000" b="1" dirty="0"/>
              <a:t>An all-in-one desktop calculator application built using Python and </a:t>
            </a:r>
            <a:r>
              <a:rPr lang="en-US" sz="2000" b="1" dirty="0" err="1"/>
              <a:t>Tkinter</a:t>
            </a:r>
            <a:r>
              <a:rPr lang="en-US" sz="2000" b="1" dirty="0"/>
              <a:t>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It integrates:</a:t>
            </a:r>
          </a:p>
          <a:p>
            <a:r>
              <a:rPr lang="en-US" dirty="0"/>
              <a:t>• Basic &amp; Scientific Calculator</a:t>
            </a:r>
          </a:p>
          <a:p>
            <a:r>
              <a:rPr lang="en-US" dirty="0"/>
              <a:t>• Matrix Operations</a:t>
            </a:r>
          </a:p>
          <a:p>
            <a:r>
              <a:rPr lang="en-US" dirty="0"/>
              <a:t>• Statistics &amp; Data Analysis</a:t>
            </a:r>
          </a:p>
          <a:p>
            <a:r>
              <a:rPr lang="en-US" dirty="0"/>
              <a:t>• Machine Learning Tools</a:t>
            </a:r>
          </a:p>
          <a:p>
            <a:r>
              <a:rPr lang="en-US" dirty="0"/>
              <a:t>• Finance &amp; Forecasting Utilities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89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2279B-8E9A-9284-5C34-A97A9D8A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6" y="609600"/>
            <a:ext cx="6447501" cy="1320800"/>
          </a:xfrm>
        </p:spPr>
        <p:txBody>
          <a:bodyPr>
            <a:normAutofit/>
          </a:bodyPr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EC826-ED04-B2E4-5526-3BAFD3640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6" y="2160589"/>
            <a:ext cx="6447501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b="1" dirty="0"/>
              <a:t>Major challenges during development:</a:t>
            </a:r>
          </a:p>
          <a:p>
            <a:pPr>
              <a:lnSpc>
                <a:spcPct val="90000"/>
              </a:lnSpc>
            </a:pPr>
            <a:r>
              <a:rPr lang="en-IN" dirty="0"/>
              <a:t>• Complex </a:t>
            </a:r>
            <a:r>
              <a:rPr lang="en-IN" dirty="0" err="1"/>
              <a:t>Tkinter</a:t>
            </a:r>
            <a:r>
              <a:rPr lang="en-IN" dirty="0"/>
              <a:t> layouts &amp; resizing issues</a:t>
            </a:r>
          </a:p>
          <a:p>
            <a:pPr>
              <a:lnSpc>
                <a:spcPct val="90000"/>
              </a:lnSpc>
            </a:pPr>
            <a:r>
              <a:rPr lang="en-IN" dirty="0"/>
              <a:t>• Managing multiple tabs and UI consistency</a:t>
            </a:r>
          </a:p>
          <a:p>
            <a:pPr>
              <a:lnSpc>
                <a:spcPct val="90000"/>
              </a:lnSpc>
            </a:pPr>
            <a:r>
              <a:rPr lang="en-IN" dirty="0"/>
              <a:t>• Handling invalid user inputs safely</a:t>
            </a:r>
          </a:p>
          <a:p>
            <a:pPr>
              <a:lnSpc>
                <a:spcPct val="90000"/>
              </a:lnSpc>
            </a:pPr>
            <a:r>
              <a:rPr lang="en-IN" dirty="0"/>
              <a:t>• Scientific expression evaluation</a:t>
            </a:r>
          </a:p>
          <a:p>
            <a:pPr>
              <a:lnSpc>
                <a:spcPct val="90000"/>
              </a:lnSpc>
            </a:pPr>
            <a:r>
              <a:rPr lang="en-IN" dirty="0"/>
              <a:t>• Machine learning UI + visualization</a:t>
            </a:r>
          </a:p>
          <a:p>
            <a:pPr>
              <a:lnSpc>
                <a:spcPct val="90000"/>
              </a:lnSpc>
            </a:pPr>
            <a:r>
              <a:rPr lang="en-IN" dirty="0"/>
              <a:t>• Date parsing errors &amp; format issues</a:t>
            </a:r>
          </a:p>
          <a:p>
            <a:pPr>
              <a:lnSpc>
                <a:spcPct val="90000"/>
              </a:lnSpc>
            </a:pPr>
            <a:r>
              <a:rPr lang="en-IN" dirty="0"/>
              <a:t>• Performance optimization</a:t>
            </a:r>
          </a:p>
          <a:p>
            <a:pPr>
              <a:lnSpc>
                <a:spcPct val="90000"/>
              </a:lnSpc>
            </a:pPr>
            <a:r>
              <a:rPr lang="en-IN" dirty="0"/>
              <a:t>• Keyboard Mapping</a:t>
            </a:r>
          </a:p>
          <a:p>
            <a:pPr>
              <a:lnSpc>
                <a:spcPct val="90000"/>
              </a:lnSpc>
            </a:pPr>
            <a:r>
              <a:rPr lang="en-IN" dirty="0"/>
              <a:t>• Export and Load Files</a:t>
            </a:r>
          </a:p>
          <a:p>
            <a:pPr>
              <a:lnSpc>
                <a:spcPct val="90000"/>
              </a:lnSpc>
            </a:pPr>
            <a:endParaRPr lang="en-IN" dirty="0"/>
          </a:p>
          <a:p>
            <a:pPr>
              <a:lnSpc>
                <a:spcPct val="90000"/>
              </a:lnSpc>
            </a:pPr>
            <a:endParaRPr lang="en-IN" dirty="0"/>
          </a:p>
          <a:p>
            <a:pPr>
              <a:lnSpc>
                <a:spcPct val="90000"/>
              </a:lnSpc>
            </a:pPr>
            <a:endParaRPr lang="en-IN" dirty="0"/>
          </a:p>
          <a:p>
            <a:pPr>
              <a:lnSpc>
                <a:spcPct val="9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455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B65A-E4C2-3C2E-8B1B-2F937ADC4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43269-5301-C512-C899-702864DB2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Key solutions applied:</a:t>
            </a:r>
          </a:p>
          <a:p>
            <a:r>
              <a:rPr lang="en-IN" dirty="0"/>
              <a:t>• Modular tab-based architecture</a:t>
            </a:r>
          </a:p>
          <a:p>
            <a:r>
              <a:rPr lang="en-IN" dirty="0"/>
              <a:t>• Safe expression evaluation logic</a:t>
            </a:r>
          </a:p>
          <a:p>
            <a:r>
              <a:rPr lang="en-IN" dirty="0"/>
              <a:t>• Responsive </a:t>
            </a:r>
            <a:r>
              <a:rPr lang="en-IN" dirty="0" err="1"/>
              <a:t>fullscreen</a:t>
            </a:r>
            <a:r>
              <a:rPr lang="en-IN" dirty="0"/>
              <a:t> layout</a:t>
            </a:r>
          </a:p>
          <a:p>
            <a:r>
              <a:rPr lang="en-IN" dirty="0"/>
              <a:t>• History tracking feature</a:t>
            </a:r>
          </a:p>
          <a:p>
            <a:r>
              <a:rPr lang="en-IN" dirty="0"/>
              <a:t>• Robust error handling</a:t>
            </a:r>
          </a:p>
          <a:p>
            <a:r>
              <a:rPr lang="en-IN" dirty="0"/>
              <a:t>• Flexible date parsing</a:t>
            </a:r>
          </a:p>
          <a:p>
            <a:r>
              <a:rPr lang="en-IN" dirty="0"/>
              <a:t>• Color-coded ML outputs</a:t>
            </a:r>
          </a:p>
          <a:p>
            <a:r>
              <a:rPr lang="en-IN" dirty="0"/>
              <a:t>• Clean and user-friendly UI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8632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• Python 3.x</a:t>
            </a:r>
          </a:p>
          <a:p>
            <a:r>
              <a:rPr lang="en-IN" dirty="0"/>
              <a:t>• </a:t>
            </a:r>
            <a:r>
              <a:rPr lang="en-IN" dirty="0" err="1"/>
              <a:t>Tkinter</a:t>
            </a:r>
            <a:endParaRPr lang="en-IN" dirty="0"/>
          </a:p>
          <a:p>
            <a:r>
              <a:rPr lang="en-IN" dirty="0"/>
              <a:t>• NumPy</a:t>
            </a:r>
          </a:p>
          <a:p>
            <a:r>
              <a:rPr lang="en-IN" dirty="0"/>
              <a:t>• Pandas</a:t>
            </a:r>
          </a:p>
          <a:p>
            <a:r>
              <a:rPr lang="en-IN" dirty="0"/>
              <a:t>• Matplotlib</a:t>
            </a:r>
          </a:p>
          <a:p>
            <a:r>
              <a:rPr lang="en-IN" dirty="0"/>
              <a:t>• Scikit-learn</a:t>
            </a:r>
          </a:p>
          <a:p>
            <a:r>
              <a:rPr lang="en-IN" dirty="0"/>
              <a:t>• </a:t>
            </a:r>
            <a:r>
              <a:rPr lang="en-IN" dirty="0" err="1"/>
              <a:t>OpenPyXL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Documentation</a:t>
            </a:r>
          </a:p>
          <a:p>
            <a:r>
              <a:rPr dirty="0" err="1"/>
              <a:t>StackOverflow</a:t>
            </a:r>
            <a:endParaRPr dirty="0"/>
          </a:p>
          <a:p>
            <a:r>
              <a:rPr dirty="0" err="1"/>
              <a:t>GeeksForGeeks</a:t>
            </a:r>
            <a:endParaRPr dirty="0"/>
          </a:p>
          <a:p>
            <a:r>
              <a:rPr dirty="0" err="1"/>
              <a:t>NextHikes</a:t>
            </a:r>
            <a:r>
              <a:rPr dirty="0"/>
              <a:t> Guidance</a:t>
            </a:r>
          </a:p>
          <a:p>
            <a:r>
              <a:rPr dirty="0"/>
              <a:t>ChatGPT Assistance</a:t>
            </a:r>
            <a:endParaRPr lang="en-US" dirty="0"/>
          </a:p>
          <a:p>
            <a:r>
              <a:rPr lang="en-IN" dirty="0"/>
              <a:t>W3school</a:t>
            </a:r>
          </a:p>
          <a:p>
            <a:r>
              <a:rPr lang="en-IN" dirty="0" err="1"/>
              <a:t>Youtube</a:t>
            </a:r>
            <a:r>
              <a:rPr lang="en-IN" dirty="0"/>
              <a:t> video for ML implementation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477754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br>
              <a:rPr lang="en-US" sz="6000" dirty="0"/>
            </a:br>
            <a:r>
              <a:rPr sz="6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</TotalTime>
  <Words>183</Words>
  <Application>Microsoft Office PowerPoint</Application>
  <PresentationFormat>On-screen Show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Advanced Data Scientist Calculator</vt:lpstr>
      <vt:lpstr>PowerPoint Presentation</vt:lpstr>
      <vt:lpstr>Challenges Faced</vt:lpstr>
      <vt:lpstr>Solutions Implemented</vt:lpstr>
      <vt:lpstr>Libraries Used</vt:lpstr>
      <vt:lpstr>References</vt:lpstr>
      <vt:lpstr>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Maulik Thakkar</cp:lastModifiedBy>
  <cp:revision>6</cp:revision>
  <dcterms:created xsi:type="dcterms:W3CDTF">2013-01-27T09:14:16Z</dcterms:created>
  <dcterms:modified xsi:type="dcterms:W3CDTF">2025-12-13T13:52:45Z</dcterms:modified>
  <cp:category/>
</cp:coreProperties>
</file>